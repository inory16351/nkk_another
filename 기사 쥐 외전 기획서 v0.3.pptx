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c27ee1e2-b03e-62c1-4470-3daf5a013c79}">
          <p14:sldIdLst>
            <p14:sldId id="256"/>
            <p14:sldId id="257"/>
            <p14:sldId id="258"/>
            <p14:sldId id="259"/>
          </p14:sldIdLst>
        </p14:section>
        <p14:section name="세계관 · 스토리" id="{519ae726-5a29-af45-2bbe-23351febae28}">
          <p14:sldIdLst>
            <p14:sldId id="260"/>
            <p14:sldId id="261"/>
            <p14:sldId id="262"/>
          </p14:sldIdLst>
        </p14:section>
        <p14:section name="코어 루프" id="{4551aabb-d7e5-2a42-93d2-1621a34cdac7}">
          <p14:sldIdLst>
            <p14:sldId id="263"/>
          </p14:sldIdLst>
        </p14:section>
        <p14:section name="전투" id="{325d6f93-745a-7004-8c29-4ce0a8a1f05c}">
          <p14:sldIdLst>
            <p14:sldId id="264"/>
            <p14:sldId id="265"/>
            <p14:sldId id="266"/>
            <p14:sldId id="267"/>
          </p14:sldIdLst>
        </p14:section>
        <p14:section name="연출" id="{a754f359-70aa-de89-3e3f-088db3890148}">
          <p14:sldIdLst>
            <p14:sldId id="268"/>
          </p14:sldIdLst>
        </p14:section>
        <p14:section name="캐릭터 · 성장" id="{87177d8e-ff0f-7d17-bf08-b7de2ef16b88}">
          <p14:sldIdLst>
            <p14:sldId id="269"/>
            <p14:sldId id="270"/>
            <p14:sldId id="271"/>
            <p14:sldId id="272"/>
          </p14:sldIdLst>
        </p14:section>
        <p14:section name="아트 · 개발" id="{62b03c66-5260-9caf-1678-9a00d2375ca4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기사 쥐 외전 · 기획서 v0.3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NKK_PROJECT/UnityResources/Rats/GachaIntro/knight/knight_c1.png">    </p:cNvPr>
          <p:cNvPicPr>
            <a:picLocks noChangeAspect="1"/>
          </p:cNvPicPr>
          <p:nvPr/>
        </p:nvPicPr>
        <p:blipFill>
          <a:blip r:embed="rId1"/>
          <a:srcRect l="0" r="0" t="1" b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F2433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기획서 v0.3 · 2026-10-26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14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기사 쥐 외전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(가제)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찍!찍!!찍!!! IP 확장 · 분대 전술 SRPG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브라운 더스트식 칸 전장 × 다키스트 던전 성장 × 프리코네 연출</a:t>
            </a:r>
            <a:endParaRPr lang="en-US" sz="15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v0.3에서 바뀐 것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9377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v0.2 (이전)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v0.3 (지금)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시점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쿼터뷰 타일맵 (엑스컴 뷰)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프리코네 뷰 — 옆에서 살짝 내려다봄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전장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14×14 타일 · 엄폐물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5줄 × 14칸 긴 가로 (브라운 더스트식 칸)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행동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2행동 · 경계 · 방어 태세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이동 1 + 행동 1 · 병과별 범위 모양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쥐 리그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옆 · 앞 · 뒤 3시점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옆모습 1장 + 먼 팔은 어둡게 복사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어려운 동작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리그로 처리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통그림 컷 시트 (쓰러짐 4컷)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기사 쥐 기절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쓰러졌다 일어남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서서 고개 떨굼 + 머리 위 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</a:rPr>
                        <a:t>전투 카메라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</a:rPr>
                        <a:t>옆모습 전투 화면으로 전환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372D"/>
                          </a:solidFill>
                        </a:rPr>
                        <a:t>전장 위에서 바로 · 공격 때 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이유: 원작 그림체(옆모습 SD)를 살리면서, 전장 가로를 길게 해 '앞으로 나가 칠지 · 기다릴지'를 전략으로 만들기 위해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한눈에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장르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25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분대 전술 SRPG (턴제 · 영구 사망)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02536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025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전투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0025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5줄 × 14칸 칸 전장 · 턴마다 이동 + 행동 · 명중률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791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성장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67919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다키스트 던전 거점 건물 + 엑스컴 레벨업 스킬 선택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558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연출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3558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프리코네 — 플랫 SD 캐릭터의 큰 액션 · 필살기 컷인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325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화풍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원작 플랫 그림체, 두 발로 서는 인간형 쥐 옆모습 리그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시점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7091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프리코네 뷰 (옆에서 살짝 내려다봄)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85816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3858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플랫폼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3858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웹 빌드 먼저 (PC 브라우저, 1920×1080)</a:t>
            </a:r>
            <a:endParaRPr lang="en-US" sz="1500" dirty="0"/>
          </a:p>
        </p:txBody>
      </p:sp>
      <p:pic>
        <p:nvPicPr>
          <p:cNvPr id="24" name="Image 0" descr="C:/Project/NKK_PROJECT/UnityResources/Rats/SuperUlt/knight/anim_exca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1401" y="1188720"/>
            <a:ext cx="3165357" cy="42976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72400" y="5577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주인공 · 기사 쥐 (원작 신화 등급)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"갑옷이 너무 무겁다. 그래도 들이받는다."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기획 의도 — 같은 쥐들, 다른 재미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원작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실시간 로그라이트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쥐 군단이 몰려가 부수는 쾌감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외전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턴제 분대 전술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한 수 한 수 고민하는 긴장감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가져가는 것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B급 패러디 쥐 캐릭터들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과하게 터지는 필살기 연출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플랫한 원작 그림체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새로 더하는 것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3891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죽으면 끝 — 정든 쥐를 잃는 긴장감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주인공 기사 쥐만은 다시 일어난다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거점을 키우는 장기 성장</a:t>
            </a:r>
            <a:endParaRPr lang="en-US" sz="1400" dirty="0"/>
          </a:p>
        </p:txBody>
      </p:sp>
      <p:pic>
        <p:nvPicPr>
          <p:cNvPr id="18" name="Image 0" descr="C:/Project/NKK_PROJECT/UnityResources/Rats/SuperUlt/knight/anim_char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07220"/>
            <a:ext cx="2926080" cy="3792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세계관 — 중세 판타지 + 패러디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줄거리 뼈대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평화로운 쥐 왕국에 인간 왕국 군대와 고양이 기사단이 쳐들어온다. 기사단 막내 기사 쥐는 갑옷이 무거워 늘 꼴찌지만, 침공 첫날 혼자 살아남아 왕국 방어를 떠맡는다.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1ECF8"/>
          </a:solidFill>
          <a:ln/>
        </p:spPr>
      </p:sp>
      <p:pic>
        <p:nvPicPr>
          <p:cNvPr id="7" name="Image 0" descr="C:/Project/NKK_PROJECT/UnityResources/Rats/Parts/wizard/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861" y="3794760"/>
            <a:ext cx="1368918" cy="1280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흑막 · 사악한 쥐 마법사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4251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원작 '마법사 쥐' 재해석. 인간 왕국과 내통해 쥐 왕좌를 노린다. 싸울수록 침공 뒤에 그가 있다는 사실이 드러난다.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원작 캐릭터 재해석 예시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18745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2" name="Image 1" descr="C:/Project/NKK_PROJECT/UnityResources/Rats/Parts/chef/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57" y="1947672"/>
            <a:ext cx="660926" cy="8229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1874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요리사 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509760" y="18745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궁정 요리사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297180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7" name="Image 2" descr="C:/Project/NKK_PROJECT/UnityResources/Rats/Parts/police/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96" y="3044952"/>
            <a:ext cx="967047" cy="8229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경찰 쥐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509760" y="29718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왕국 경비대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92240" y="406908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22" name="Image 3" descr="C:/Project/NKK_PROJECT/UnityResources/Rats/Parts/ninja/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20626"/>
            <a:ext cx="1005840" cy="6661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0" y="4069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닌자 쥐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509760" y="4069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동방의 그림자 쥐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92240" y="5257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현대 캐릭터(스트리머, 5G 등)는 '다른 세계에서 떨어진 표류자'로 가끔 등장해 개그를 맡는다.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챕터 구성 (안)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국경 마을 함락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거점(옛 기사단 요새) 재건 → 첫 침공군 격퇴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인간 보병 · 경비대장 · 고양이 척후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822960" cy="8229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고양이 기사단의 성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고양이 기사단 본거지 공략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고양이 기사 · 대마법사 마녀 고양이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1792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인간 왕국 수도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잠입해 내통 증거 확보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연금술사(연구원) · 조련사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1463040"/>
            <a:ext cx="822960" cy="822960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05256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811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쥐 마법사의 탑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최종 결전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쥐 마법사 · 타락한 쥐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MVP는 챕터 1만 만든다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챕터 1 미션 구성 (MVP)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1371600"/>
                <a:gridCol w="393192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미션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새로 나오는 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불타는 국경 마을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단독 → 생존 마을쥐 2마리 합류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이동 · 공격 · 엄폐 (튜토리얼)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버려진 요새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요새를 점령한 적 소탕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거점 해금 · 경계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보급로 습격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적 수레 3대 파괴 (제한 턴)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측면 · 고지대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포로 구출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갇힌 쥐 구출 후 탈출 지점으로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대원 영입 · 사기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고양이 척후대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섬멸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고양이 적 (빠른 이동)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경비대장 강철수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 · 보스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보스 격퇴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보스 패턴 · 필살기 연출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BE9E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선택 미션은 지도에 2개씩 뜨고 하나만 고를 수 있다. 보상(재화 / 대원 / 장비)이 달라 고르는 재미가 생긴다.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코어 루프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23444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92608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거점 정비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영입 · 성장 · 장비 · 회복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71960" y="2656068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71960" y="27475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미션 선택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지도에서 스토리 / 선택 미션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7717" y="4956312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7717" y="5047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분대 편성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 → 6마리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4443" y="4956312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C837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4443" y="5047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전술 전투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엑스컴식 턴제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200" y="2656068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200" y="27475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정산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보상 · 경험치 · 부상 · 사망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4"/>
                </a:solidFill>
              </a:rPr>
              <a:t>↻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863840" y="1371600"/>
            <a:ext cx="3749040" cy="46634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루프를 붙잡는 장치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05740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영구 사망 — 키운 쥐를 잃지 않으려 신중해진다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선택 미션 2개 중 1개 — 보상 종류가 다르다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거점 건물 업그레이드 — 다음 전투가 쉬워진다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새 쥐 · 유니크 쥐 획득 — 분대 조합이 바뀐다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① 전장 5줄 × 14칸과 턴</a:t>
            </a:r>
            <a:endParaRPr lang="en-US" sz="3000" dirty="0"/>
          </a:p>
        </p:txBody>
      </p:sp>
      <p:pic>
        <p:nvPicPr>
          <p:cNvPr id="3" name="Image 0" descr="C:/Project/nkk_another/docs/shots/field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7305"/>
            <a:ext cx="6766560" cy="38061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66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데모 화면: 기사 쥐 선택 → 파란 칸 = 이동 3칸, 노란 테두리 = 성검 해방 일직선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8952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527048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전장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664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5줄 × 14칸. 왼쪽 3열 아군 · 오른쪽 3열 적 · 가운데 8열 빈 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2304288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2551176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6883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상하좌우 3칸 (병과마다 다름). 다른 쥐가 있는 칸은 못 지나감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3328416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6680" y="357530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75320" y="3401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행동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12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공격 · 스킬 · 방어 중 1번 → 그 대원 턴 끝. 이동 없이 행동만도 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89520" y="4352544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7726680" y="459943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75320" y="4425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범위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7365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근접 = 둘레 1칸. 원거리 · 스킬은 병과마다 정해진 모양 (일직선 · 십자 · 관통)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가로가 길어서 '앞으로 나가 칠지, 사거리 밖에서 기다릴지'가 핵심 선택이 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② 명중 판정 — 명중률 + 엄폐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0" cy="2194560"/>
          </a:xfrm>
          <a:prstGeom prst="roundRect">
            <a:avLst>
              <a:gd name="adj" fmla="val 5000"/>
            </a:avLst>
          </a:prstGeom>
          <a:solidFill>
            <a:srgbClr val="1F24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명중률 = 조준 + 무기 + 거리 보정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엄폐물 칸 −20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회피  + 높은 곳 +20  ± 사기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3A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최소 5% · 최대 100%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뒤치기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977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대상 등 뒤 칸에서 공격하면 엄폐 무시 + 치명타 +50%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754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근접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663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거리 보정 없음, 인접 엄폐는 절반만 → 돌격형의 장점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5440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스침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5349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빗나가도 일부 무기는 피해 절반. '95% 빗나감' 완화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예시: 궁수 → 엄폐물 뒤 적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조준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+70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무기 (석궁)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거리 (중거리)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엄폐물 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−20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높은 곳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+20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06640" y="4434840"/>
            <a:ext cx="4206240" cy="0"/>
          </a:xfrm>
          <a:prstGeom prst="line">
            <a:avLst/>
          </a:prstGeom>
          <a:noFill/>
          <a:ln w="19050">
            <a:solidFill>
              <a:srgbClr val="1F24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4526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75%</a:t>
            </a:r>
            <a:endParaRPr lang="en-US" sz="60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화면에 명중률과 계산 내역을 항상 보여준다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③ 사기 — 가벼운 정신력 시스템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대원마다 사기 0~100 (기본 70). 전투가 끝나면 거점 건물로 회복한다.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12848" cy="731520"/>
          </a:xfrm>
          <a:prstGeom prst="rect">
            <a:avLst/>
          </a:prstGeom>
          <a:solidFill>
            <a:srgbClr val="8E2A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공포  0~19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턴 시작 때 50% 확률로 웅크림(행동 1) 또는 도망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61488" y="1828800"/>
            <a:ext cx="2212848" cy="731520"/>
          </a:xfrm>
          <a:prstGeom prst="rect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동요  20~39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명중 −10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74336" y="1828800"/>
            <a:ext cx="4425696" cy="731520"/>
          </a:xfrm>
          <a:prstGeom prst="rect">
            <a:avLst/>
          </a:prstGeom>
          <a:solidFill>
            <a:srgbClr val="6E7A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5776" y="1828800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평정  40~79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2697480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효과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0032" y="1828800"/>
            <a:ext cx="2212848" cy="731520"/>
          </a:xfrm>
          <a:prstGeom prst="rect">
            <a:avLst/>
          </a:prstGeom>
          <a:solidFill>
            <a:srgbClr val="4E9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91472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고양  80+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491472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명중 +10 · 치명타 +10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8F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오르는 일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적 처치 · 치명타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빈사 아군 구출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기사 쥐의 격려 스킬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떨어지는 일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아군 사망 (크게)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큰 피해 · 치명타를 맞음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고양이 보스의 포효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④ 영구 사망과 기사 쥐 규칙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일반 대원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체력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빈사 상태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3턴 안에 구출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생존 → 부상 기간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8E2A2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160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구출 실패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사망 (부활 불가)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아주 강한 공격은 바로 사망. 장비는 회수.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F2433"/>
          </a:solidFill>
          <a:ln/>
        </p:spPr>
      </p:sp>
      <p:pic>
        <p:nvPicPr>
          <p:cNvPr id="16" name="Image 0" descr="C:/Project/nkk_another/docs/shots/crop_st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8720" y="1371600"/>
            <a:ext cx="1422400" cy="18288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92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기사 쥐 (주인공)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2240280"/>
            <a:ext cx="3657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체력 0 → 쓰러지지 않고 머리 위에 별 (기절)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2턴 뒤 체력 30%로 일어남 · 기절 중엔 공격 대상 아님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기절 중 다른 대원이 모두 쓰러지면 미션 실패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실패하면 출격한 동료는 모두 잃고 기사 쥐만 귀환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기사 쥐가 서 있으면 혼자서도 계속 싸울 수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연출 — 전장 위에서 바로, 프리코네식</a:t>
            </a:r>
            <a:endParaRPr lang="en-US" sz="3000" dirty="0"/>
          </a:p>
        </p:txBody>
      </p:sp>
      <p:pic>
        <p:nvPicPr>
          <p:cNvPr id="3" name="Image 0" descr="C:/Project/nkk_another/docs/shots/field_at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589"/>
            <a:ext cx="6035040" cy="33947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09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공격하면 카메라가 공격자와 대상 사이로 당겨짐 · 배경은 절반만 따라와 깊이감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5120640"/>
            <a:ext cx="1188720" cy="45720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51206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예비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55648" y="5120640"/>
            <a:ext cx="1188720" cy="45720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65376" y="51206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내딛기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62656" y="5120640"/>
            <a:ext cx="1188720" cy="457200"/>
          </a:xfrm>
          <a:prstGeom prst="chevron">
            <a:avLst/>
          </a:prstGeom>
          <a:solidFill>
            <a:srgbClr val="C83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72384" y="51206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타격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9664" y="5120640"/>
            <a:ext cx="1188720" cy="45720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79392" y="51206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피격/회피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76672" y="5120640"/>
            <a:ext cx="1188720" cy="45720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0" y="51206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대기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15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한 번에 약 1~1.5초 · 옵션: 줌 켜기/끄기, 2배속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280160"/>
            <a:ext cx="4754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8660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쓰러짐 = 통그림 4컷</a:t>
            </a:r>
            <a:endParaRPr lang="en-US" sz="1600" dirty="0"/>
          </a:p>
        </p:txBody>
      </p:sp>
      <p:pic>
        <p:nvPicPr>
          <p:cNvPr id="18" name="Image 1" descr="C:/Project/nkk_another/docs/shots/crop_death_s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85548"/>
            <a:ext cx="4389120" cy="10752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8660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리깅으로 힘든 동작은 Codex 컷 시트를 갈아 끼움 (underworld 처형 컷 방식). 크기는 몸 면적으로 리그에 맞춤.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58000" y="3794760"/>
            <a:ext cx="4754880" cy="2240280"/>
          </a:xfrm>
          <a:prstGeom prst="roundRect">
            <a:avLst>
              <a:gd name="adj" fmla="val 4898"/>
            </a:avLst>
          </a:prstGeom>
          <a:solidFill>
            <a:srgbClr val="FBE9E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필살기 · 성검 해방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86600" y="434340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얼굴 컷인 + 대사 한 줄 → 같은 줄 앞쪽 5칸을 일직선으로 베기. 원작 초필살기 그림 재사용. 같은 필살기는 처음만 풀 연출, 클릭으로 넘김.</a:t>
            </a:r>
            <a:endParaRPr lang="en-US" sz="1200" dirty="0"/>
          </a:p>
        </p:txBody>
      </p:sp>
      <p:pic>
        <p:nvPicPr>
          <p:cNvPr id="23" name="Image 2" descr="C:/Project/NKK_PROJECT/UnityResources/Rats/SuperUlt/knight/anim_swingdown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211503"/>
            <a:ext cx="1463040" cy="14525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병과 6종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4" name="Image 0" descr="C:/Project/NKK_PROJECT/UnityResources/Rats/Parts/knight/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34" y="1554480"/>
            <a:ext cx="1250531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기사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주인공 전용 · 돌격 · 탱커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돌진 베기 · 격려 · 방패 막기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9" name="Image 1" descr="C:/Project/NKK_PROJECT/UnityResources/Rats/Parts/police/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8410"/>
            <a:ext cx="1280160" cy="1089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창병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89788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전열 · 경계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경계 강화 · 밀쳐내기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4" name="Image 2" descr="C:/Project/NKK_PROJECT/UnityResources/Rats/Parts/cowboy/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052" y="1554480"/>
            <a:ext cx="1263255" cy="1097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469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궁수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6469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원거리 딜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조준 사격 · 고지대 강화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9" name="Image 3" descr="C:/Project/NKK_PROJECT/UnityResources/Rats/Parts/ninja/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56633"/>
            <a:ext cx="1280160" cy="8478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1488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그림자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214884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측면 · 암살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은신 이동 · 측면 치명타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24" name="Image 4" descr="C:/Project/NKK_PROJECT/UnityResources/Rats/Parts/glowy/he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954072"/>
            <a:ext cx="1280160" cy="105297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978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마도사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589788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범위 · 엄폐 파괴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화염구 · 지연 폭발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29" name="Image 5" descr="C:/Project/NKK_PROJECT/UnityResources/Rats/Parts/nurse/he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958116"/>
            <a:ext cx="1280160" cy="104488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6469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사제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964692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회복 · 사기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치료 · 치즈 수프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얼굴은 원작 캐릭터 예시. 외전에서는 인간형으로 새로 그린다.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성장 — 레벨업 · 장비 · 획득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BE9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레벨업 (엑스컴식)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출격한 쥐가 경험치 획득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레벨업마다 스킬 2개 중 1개 선택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레벨 1~7 · 견습 → 종자 → 기사 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능력치는 자동으로 조금씩 상승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장비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무기 · 방어구 · 장신구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전투 드롭 · 미션 보상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대장간에서 강화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무기는 리그 그림에 반영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획득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일반 쥐: 훈련장에서 재화로 육성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유니크 쥐: 스토리 · 선택 미션 · 포로 구출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유니크는 고유 스킬 · 필살기 · 그림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능력치: 체력 · 조준 · 회피 · 이동력 · 치명타 · 사기 기준치 (병과별 수치는 엑셀 테이블)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거점 건물 (다키스트 던전식)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훈련장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7180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새 일반 쥐 육성 (병과 선택)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대장간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72084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장비 강화 · 제작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치즈 주점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6988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6988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사기 회복 · 유니크 쥐 소문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사원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97180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7180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부상 기간 단축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작전실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72084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분대 업그레이드 (인원 4 → 5 → 6 등)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3291840"/>
            <a:ext cx="3566160" cy="1783080"/>
          </a:xfrm>
          <a:prstGeom prst="roundRect">
            <a:avLst>
              <a:gd name="adj" fmla="val 6154"/>
            </a:avLst>
          </a:prstGeom>
          <a:ln w="12700">
            <a:solidFill>
              <a:srgbClr val="B7BDC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321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도서관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46988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E7A9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6988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2챕터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스킬 재선택 · 상위 스킬 해금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건물도 재화로 업그레이드하며, 업그레이드할수록 효과와 슬롯이 늘어난다.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재화 3종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173736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치즈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미션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영입 · 회복 · 장비 강화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5532120" y="173736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고철 · 재료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적 드롭 · 보급로 미션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장비 제작 · 강화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17373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기사 훈장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스토리 · 보스 미션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건물 업그레이드 · 작전실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아트 · 리깅 — 옆모습 한 장 리그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852160" cy="4206240"/>
          </a:xfrm>
          <a:prstGeom prst="roundRect">
            <a:avLst>
              <a:gd name="adj" fmla="val 2609"/>
            </a:avLst>
          </a:prstGeom>
          <a:solidFill>
            <a:srgbClr val="1F2433"/>
          </a:solidFill>
          <a:ln/>
        </p:spPr>
      </p:sp>
      <p:pic>
        <p:nvPicPr>
          <p:cNvPr id="4" name="Image 0" descr="C:/Project/nkk_another/docs/shots/crop_rig_b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1540"/>
            <a:ext cx="5577840" cy="368347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32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왼쪽 = 원본 그대로 (뼈 표시) · 오른쪽 = 공격 예비 동작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75120" y="1280160"/>
            <a:ext cx="49377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0" y="1280160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16부위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280160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머리 · 몸통 · 골반 · 망토 · 칼 팔 2마디 · 검 · 다리 2마디 × 2 · 꼬리 3마디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0" y="2176272"/>
            <a:ext cx="49377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2176272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먼 쪽 팔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176272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그림에 없는 팔은 가까운 팔을 어둡게 복사 (underworld 방식)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072384"/>
            <a:ext cx="49377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0" y="3072384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전투 대기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3072384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무릎 굽히고 상체를 숙여 칼끝을 적에게 + 숨쉬기 (가슴 부풂 · 어깨 · 머리 늦게)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75120" y="3968496"/>
            <a:ext cx="49377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3968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통그림 컷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3968496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쓰러짐처럼 리깅으로 힘든 동작은 Codex 컷 시트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75120" y="4864608"/>
            <a:ext cx="49377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0" y="4864608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아트 원칙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864608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플랫 그림체, NKK 먼저 재사용 · 없으면 Codex. 쥐마다 옆모습 1장 + 컷 시트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도구: tools/rig_cut.py (통그림 → 부위) · tools/cut_frames.py (컷 시트) · web/ 리그 엔진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NKK에서 가져올 것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NKK_PROJECT 위치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디자인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Rats/Parts/knight, SuperUlt/knight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인간형 기사 쥐 Codex 참고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초필살기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Rats/SuperUlt/knight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필살기 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쥐 캐릭터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Rats/Parts/*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대원 · 유니크 쥐 참고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사람 · 고양이 · 보스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Rats/Humans, Cats, BossRework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적 디자인 참고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UI · 아이콘 · 이펙트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Rats/UI_Kit, FX*, Items*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재사용 가능한 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사운드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사운드 목록.md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효과음 재사용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:/Project/NKK_PROJECT/UnityResources/Rats/SuperUlt/knight/rear_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516" y="1325880"/>
            <a:ext cx="3178328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1248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원작 초필살기 그림 (재사용 후보)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개발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132588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BE9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기사 쥐 리그 데모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25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옆모습 리그 · 전투 대기 · 공격 · 기절 별 · 통그림 쓰러짐 · 5줄 전장 이동/공격/적 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사용자 OK → 다른 쥐 제작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554480" y="251460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8308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전투 프로토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전장 1개 · 이동/행동 · 명중률 · 병과별 범위 모양 · 적 AI · 대원 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한 판이 끝까지 돌아감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54480" y="370332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연출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703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줌 카메라 · 필살기 컷인 · 사기 · 빈사 · 쓰러짐 컷 시트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연출 켜고 끄기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54480" y="489204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783080" y="4892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챕터 1 루프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거점 5건물 · 지도 · 미션 6 · 성장 · 장비 · 영구 사망 · 저장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892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챕터 1 처음부터 끝까지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수치는 원작처럼 엑셀 테이블 → JSON (대원 · 병과 · 스킬 · 적 · 미션 · 장비 · 건물)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다음에 정할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철수 시스템 여부와 보상 감소폭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병과별 공격 범위 모양 확정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일반 대원 이름 · 외형 무작위 조합 범위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69748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697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전장 칸 속성 (엄폐물 · 진흙 · 높은 곳)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931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저장 방식 (미션 중 저장 / 아이언맨)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931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931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정식 게임 이름</a:t>
            </a:r>
            <a:endParaRPr lang="en-US" sz="1700" dirty="0"/>
          </a:p>
        </p:txBody>
      </p:sp>
      <p:pic>
        <p:nvPicPr>
          <p:cNvPr id="21" name="Image 0" descr="C:/Project/NKK_PROJECT/UnityResources/Rats/SuperUlt/knight/anim_rais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814" y="4846320"/>
            <a:ext cx="1447333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night Rat">
  <a:themeElements>
    <a:clrScheme name="Knight Rat">
      <a:dk1>
        <a:srgbClr val="1F2433"/>
      </a:dk1>
      <a:lt1>
        <a:srgbClr val="FFFFFF"/>
      </a:lt1>
      <a:dk2>
        <a:srgbClr val="2E3550"/>
      </a:dk2>
      <a:lt2>
        <a:srgbClr val="EEF0F4"/>
      </a:lt2>
      <a:accent1>
        <a:srgbClr val="C8372D"/>
      </a:accent1>
      <a:accent2>
        <a:srgbClr val="E3A72F"/>
      </a:accent2>
      <a:accent3>
        <a:srgbClr val="3D7FD9"/>
      </a:accent3>
      <a:accent4>
        <a:srgbClr val="6E7A91"/>
      </a:accent4>
      <a:accent5>
        <a:srgbClr val="4E9A5B"/>
      </a:accent5>
      <a:accent6>
        <a:srgbClr val="8B5FBF"/>
      </a:accent6>
      <a:hlink>
        <a:srgbClr val="3D7FD9"/>
      </a:hlink>
      <a:folHlink>
        <a:srgbClr val="8B5FBF"/>
      </a:folHlink>
    </a:clrScheme>
    <a:fontScheme name="Knight Ra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 쥐 외전 기획서 v0.3</dc:title>
  <dc:subject>PptxGenJS Presentation</dc:subject>
  <dc:creator>PptxGenJS</dc:creator>
  <cp:lastModifiedBy>PptxGenJS</cp:lastModifiedBy>
  <cp:revision>1</cp:revision>
  <dcterms:created xsi:type="dcterms:W3CDTF">2026-10-26T06:50:41Z</dcterms:created>
  <dcterms:modified xsi:type="dcterms:W3CDTF">2026-10-26T06:50:41Z</dcterms:modified>
</cp:coreProperties>
</file>