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556bb804-e626-036b-39da-4dfc88dba0cd}">
          <p14:sldIdLst>
            <p14:sldId id="256"/>
            <p14:sldId id="257"/>
            <p14:sldId id="258"/>
          </p14:sldIdLst>
        </p14:section>
        <p14:section name="세계관 · 스토리" id="{36f25c11-2202-2a5c-5a9c-47df84e2942d}">
          <p14:sldIdLst>
            <p14:sldId id="259"/>
            <p14:sldId id="260"/>
            <p14:sldId id="261"/>
          </p14:sldIdLst>
        </p14:section>
        <p14:section name="코어 루프" id="{ed4ddc2c-f07f-d6e4-ea17-fb28c0f494fb}">
          <p14:sldIdLst>
            <p14:sldId id="262"/>
          </p14:sldIdLst>
        </p14:section>
        <p14:section name="전투" id="{d17c7271-a38f-4052-d463-909e7d202e90}">
          <p14:sldIdLst>
            <p14:sldId id="263"/>
            <p14:sldId id="264"/>
            <p14:sldId id="265"/>
            <p14:sldId id="266"/>
          </p14:sldIdLst>
        </p14:section>
        <p14:section name="연출" id="{4f831664-83db-220f-f138-7cb8a74d7dfb}">
          <p14:sldIdLst>
            <p14:sldId id="267"/>
          </p14:sldIdLst>
        </p14:section>
        <p14:section name="캐릭터 · 성장" id="{a6588971-2cab-6fe4-28ce-7b46ab4c4636}">
          <p14:sldIdLst>
            <p14:sldId id="268"/>
            <p14:sldId id="269"/>
            <p14:sldId id="270"/>
            <p14:sldId id="271"/>
          </p14:sldIdLst>
        </p14:section>
        <p14:section name="아트 · 개발" id="{b382438a-125e-0145-8816-746aa2a4b06f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기사 쥐 외전 · 기획서 v0.2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Project/NKK_PROJECT/UnityResources/Rats/GachaIntro/knight/knight_c1.png">    </p:cNvPr>
          <p:cNvPicPr>
            <a:picLocks noChangeAspect="1"/>
          </p:cNvPicPr>
          <p:nvPr/>
        </p:nvPicPr>
        <p:blipFill>
          <a:blip r:embed="rId1"/>
          <a:srcRect l="0" r="0" t="1" b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F2433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기획서 v0.2 · 2026-10-26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14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기사 쥐 외전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(가제)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찍!찍!!찍!!! IP 확장 · 분대 전술 SRPG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엑스컴 전투 × 다키스트 던전 성장 × 프리코네 연출</a:t>
            </a:r>
            <a:endParaRPr lang="en-US" sz="15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한눈에 보기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장르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3258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분대 전술 SRPG (턴제 · 영구 사망)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02536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025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전투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0025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엑스컴 — 명중률 · 엄폐 · 2행동 · 경계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69494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791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성장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67919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다키스트 던전 거점 건물 + 엑스컴 레벨업 스킬 선택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5584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연출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3558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프리코네 — 플랫 SD 캐릭터의 큰 액션 · 필살기 컷인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32504"/>
            <a:ext cx="69494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3250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화풍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03250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원작과 같은 플랫 그림체, 두 발로 서는 인간형 쥐로 새 리깅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6949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시점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7091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쿼터뷰 타일맵 + 레이어 여러 장으로 입체감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85816"/>
            <a:ext cx="69494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3858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플랫폼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538581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웹 빌드 먼저 (PC 브라우저, 1920×1080)</a:t>
            </a:r>
            <a:endParaRPr lang="en-US" sz="1500" dirty="0"/>
          </a:p>
        </p:txBody>
      </p:sp>
      <p:pic>
        <p:nvPicPr>
          <p:cNvPr id="24" name="Image 0" descr="C:/Project/NKK_PROJECT/UnityResources/Rats/SuperUlt/knight/anim_excal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1401" y="1188720"/>
            <a:ext cx="3165357" cy="42976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772400" y="5577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주인공 · 기사 쥐 (원작 신화 등급)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"갑옷이 너무 무겁다. 그래도 들이받는다."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기획 의도 — 같은 쥐들, 다른 재미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원작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실시간 로그라이트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쥐 군단이 몰려가 부수는 쾌감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외전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턴제 분대 전술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한 수 한 수 고민하는 긴장감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148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가져가는 것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B급 패러디 쥐 캐릭터들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과하게 터지는 필살기 연출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플랫한 원작 그림체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새로 더하는 것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3891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죽으면 끝 — 정든 쥐를 잃는 긴장감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주인공 기사 쥐만은 다시 일어난다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거점을 키우는 장기 성장</a:t>
            </a:r>
            <a:endParaRPr lang="en-US" sz="1400" dirty="0"/>
          </a:p>
        </p:txBody>
      </p:sp>
      <p:pic>
        <p:nvPicPr>
          <p:cNvPr id="18" name="Image 0" descr="C:/Project/NKK_PROJECT/UnityResources/Rats/SuperUlt/knight/anim_charg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07220"/>
            <a:ext cx="2926080" cy="3792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세계관 — 중세 판타지 + 패러디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줄거리 뼈대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평화로운 쥐 왕국에 인간 왕국 군대와 고양이 기사단이 쳐들어온다. 기사단 막내 기사 쥐는 갑옷이 무거워 늘 꼴찌지만, 침공 첫날 혼자 살아남아 왕국 방어를 떠맡는다.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486400" cy="2468880"/>
          </a:xfrm>
          <a:prstGeom prst="roundRect">
            <a:avLst>
              <a:gd name="adj" fmla="val 4444"/>
            </a:avLst>
          </a:prstGeom>
          <a:solidFill>
            <a:srgbClr val="F1ECF8"/>
          </a:solidFill>
          <a:ln/>
        </p:spPr>
      </p:sp>
      <p:pic>
        <p:nvPicPr>
          <p:cNvPr id="7" name="Image 0" descr="C:/Project/NKK_PROJECT/UnityResources/Rats/Parts/wizard/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861" y="3794760"/>
            <a:ext cx="1368918" cy="1280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흑막 · 사악한 쥐 마법사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4251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원작 '마법사 쥐' 재해석. 인간 왕국과 내통해 쥐 왕좌를 노린다. 싸울수록 침공 뒤에 그가 있다는 사실이 드러난다.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원작 캐릭터 재해석 예시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92240" y="187452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12" name="Image 1" descr="C:/Project/NKK_PROJECT/UnityResources/Rats/Parts/chef/h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857" y="1947672"/>
            <a:ext cx="660926" cy="8229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0" y="18745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요리사 쥐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0" y="18745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509760" y="18745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궁정 요리사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92240" y="297180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17" name="Image 2" descr="C:/Project/NKK_PROJECT/UnityResources/Rats/Parts/police/he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796" y="3044952"/>
            <a:ext cx="967047" cy="8229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72400" y="29718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경찰 쥐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0" y="297180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9509760" y="29718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왕국 경비대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492240" y="406908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22" name="Image 3" descr="C:/Project/NKK_PROJECT/UnityResources/Rats/Parts/ninja/he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20626"/>
            <a:ext cx="1005840" cy="6661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0" y="40690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닌자 쥐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0" y="4069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509760" y="4069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동방의 그림자 쥐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492240" y="5257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현대 캐릭터(스트리머, 5G 등)는 '다른 세계에서 떨어진 표류자'로 가끔 등장해 개그를 맡는다.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챕터 구성 (안)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103327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822960" cy="8229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챕터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국경 마을 함락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거점(옛 기사단 요새) 재건 → 첫 침공군 격퇴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800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대표 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인간 보병 · 경비대장 · 고양이 척후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822960" cy="8229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83280" y="25603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챕터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고양이 기사단의 성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고양이 기사단 본거지 공략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800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대표 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고양이 기사 · 대마법사 마녀 고양이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463040"/>
            <a:ext cx="822960" cy="8229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217920" y="25603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챕터 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인간 왕국 수도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잠입해 내통 증거 확보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800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대표 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연금술사(연구원) · 조련사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1463040"/>
            <a:ext cx="822960" cy="822960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897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052560" y="25603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811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챕터 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쥐 마법사의 탑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최종 결전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4800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대표 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쥐 마법사 · 타락한 쥐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MVP는 챕터 1만 만든다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챕터 1 미션 구성 (MVP)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1371600"/>
                <a:gridCol w="393192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미션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종류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새로 나오는 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불타는 국경 마을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스토리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기사 쥐 단독 → 생존 마을쥐 2마리 합류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이동 · 공격 · 엄폐 (튜토리얼)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버려진 요새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스토리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요새를 점령한 적 소탕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거점 해금 · 경계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보급로 습격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선택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적 수레 3대 파괴 (제한 턴)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측면 · 고지대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포로 구출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선택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갇힌 쥐 구출 후 탈출 지점으로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대원 영입 · 사기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고양이 척후대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선택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섬멸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고양이 적 (빠른 이동)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경비대장 강철수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스토리 · 보스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보스 격퇴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보스 패턴 · 필살기 연출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BE9E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선택 미션은 지도에 2개씩 뜨고 하나만 고를 수 있다. 보상(재화 / 대원 / 장비)이 달라 고르는 재미가 생긴다.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코어 루프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926080" y="123444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F24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926080" y="1325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거점 정비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영입 · 성장 · 장비 · 회복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71960" y="2656068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F24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71960" y="27475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미션 선택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지도에서 스토리 / 선택 미션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7717" y="4956312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F24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7717" y="50477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분대 편성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 → 6마리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4443" y="4956312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C837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4443" y="50477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전술 전투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엑스컴식 턴제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200" y="2656068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F24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200" y="27475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정산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보상 · 경험치 · 부상 · 사망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4"/>
                </a:solidFill>
              </a:rPr>
              <a:t>↻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863840" y="1371600"/>
            <a:ext cx="3749040" cy="46634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루프를 붙잡는 장치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05740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영구 사망 — 키운 쥐를 잃지 않으려 신중해진다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선택 미션 2개 중 1개 — 보상 종류가 다르다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거점 건물 업그레이드 — 다음 전투가 쉬워진다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새 쥐 · 유니크 쥐 획득 — 분대 조합이 바뀐다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① 맵과 2행동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BD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바닥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solidFill>
            <a:srgbClr val="F3D98B"/>
          </a:solidFill>
          <a:ln w="12700">
            <a:solidFill>
              <a:srgbClr val="B7BD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반엄폐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solidFill>
            <a:srgbClr val="8C93A3"/>
          </a:solidFill>
          <a:ln w="12700">
            <a:solidFill>
              <a:srgbClr val="B7BD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880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완전엄폐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solidFill>
            <a:srgbClr val="BFD8F6"/>
          </a:solidFill>
          <a:ln w="12700">
            <a:solidFill>
              <a:srgbClr val="B7BD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고지대 +1층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solidFill>
            <a:srgbClr val="3A4152"/>
          </a:solidFill>
          <a:ln w="12700">
            <a:solidFill>
              <a:srgbClr val="B7BD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977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이동 불가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17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쿼터뷰 사각 타일 (MVP 약 14×14). 일부 엄폐물은 폭발 · 강한 공격에 부서진다.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대원 한 마리당 행동 2번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783080"/>
            <a:ext cx="55778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98424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0" y="1856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이동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1행동. 두 번 이동하면 대시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788920"/>
            <a:ext cx="55778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29900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2862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공격 · 스킬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턴 종료. 이동 → 공격은 되지만 공격 → 이동은 안 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794760"/>
            <a:ext cx="55778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9959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0" y="3867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경계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남은 행동 종료. 적 턴에 처음 움직이는 적에게 반격 (명중 −15)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4800600"/>
            <a:ext cx="55778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5001768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0" y="4873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방어 태세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5212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남은 행동 종료. 다음 턴까지 받는 피해 감소 + 엄폐 강화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5852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플레이어 턴 → 적 턴 반복. 내 턴에는 원하는 순서로 대원을 움직인다.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② 명중 판정 — 명중률 + 엄폐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00800" cy="2194560"/>
          </a:xfrm>
          <a:prstGeom prst="roundRect">
            <a:avLst>
              <a:gd name="adj" fmla="val 5000"/>
            </a:avLst>
          </a:prstGeom>
          <a:solidFill>
            <a:srgbClr val="1F24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명중률 = 조준 + 무기 + 거리 보정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− 엄폐 (반 −20 / 완전 −40)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− 회피  + 고지대 +20  ± 사기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3A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최소 5% · 최대 100%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069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측면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977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엄폐가 공격 방향을 못 막으면 엄폐 무시 + 치명타 +50%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754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근접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4663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거리 보정 없음, 인접 엄폐는 절반만 → 돌격형의 장점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5440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스침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5349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빗나가도 일부 무기는 피해 절반. '95% 빗나감' 완화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예시: 궁수 → 반엄폐 적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조준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+70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무기 (석궁)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거리 (중거리)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반엄폐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−20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고지대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+20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06640" y="4434840"/>
            <a:ext cx="4206240" cy="0"/>
          </a:xfrm>
          <a:prstGeom prst="line">
            <a:avLst/>
          </a:prstGeom>
          <a:noFill/>
          <a:ln w="19050">
            <a:solidFill>
              <a:srgbClr val="1F24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4526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75%</a:t>
            </a:r>
            <a:endParaRPr lang="en-US" sz="60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5577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화면에 명중률과 계산 내역을 항상 보여준다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③ 사기 — 가벼운 정신력 시스템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대원마다 사기 0~100 (기본 70). 전투가 끝나면 거점 건물로 회복한다.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12848" cy="731520"/>
          </a:xfrm>
          <a:prstGeom prst="rect">
            <a:avLst/>
          </a:prstGeom>
          <a:solidFill>
            <a:srgbClr val="8E2A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공포  0~19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턴 시작 때 50% 확률로 웅크림(행동 1) 또는 도망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61488" y="1828800"/>
            <a:ext cx="2212848" cy="731520"/>
          </a:xfrm>
          <a:prstGeom prst="rect">
            <a:avLst/>
          </a:prstGeom>
          <a:solidFill>
            <a:srgbClr val="D982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52928" y="182880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동요  20~39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명중 −10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74336" y="1828800"/>
            <a:ext cx="4425696" cy="731520"/>
          </a:xfrm>
          <a:prstGeom prst="rect">
            <a:avLst/>
          </a:prstGeom>
          <a:solidFill>
            <a:srgbClr val="6E7A9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5776" y="1828800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평정  40~79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65776" y="2697480"/>
            <a:ext cx="4242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효과 없음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00032" y="1828800"/>
            <a:ext cx="2212848" cy="731520"/>
          </a:xfrm>
          <a:prstGeom prst="rect">
            <a:avLst/>
          </a:prstGeom>
          <a:solidFill>
            <a:srgbClr val="4E9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91472" y="182880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고양  80+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491472" y="2697480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명중 +10 · 치명타 +10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8F3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오르는 일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348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적 처치 · 치명타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빈사 아군 구출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기사 쥐의 격려 스킬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떨어지는 일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4348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아군 사망 (크게)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큰 피해 · 치명타를 맞음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고양이 보스의 포효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④ 영구 사망과 기사 쥐 규칙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일반 대원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체력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빈사 상태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3턴 안에 구출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생존 → 부상 기간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8E2A22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160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구출 실패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160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사망 (부활 불가)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아주 강한 공격은 바로 사망. 장비는 회수.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1F2433"/>
          </a:solidFill>
          <a:ln/>
        </p:spPr>
      </p:sp>
      <p:pic>
        <p:nvPicPr>
          <p:cNvPr id="16" name="Image 0" descr="C:/Project/NKK_PROJECT/UnityResources/Rats/Parts/knight/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2009" y="1371600"/>
            <a:ext cx="781582" cy="6858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922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기사 쥐 (주인공)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224028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체력 0 → 기절. 2턴 뒤 체력 30%로 일어남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기절 중에는 공격 대상이 아님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기절 중 다른 대원이 모두 쓰러지면 미션 실패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실패하면 출격한 동료는 모두 잃고 기사 쥐만 귀환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기사 쥐가 서 있으면 혼자서도 계속 싸울 수 있음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전투 연출 — 프리코네식 액션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공격하면 맵에서 옆모습 전투 카메라로 넘어간다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17320" cy="548640"/>
          </a:xfrm>
          <a:prstGeom prst="chevron">
            <a:avLst/>
          </a:prstGeom>
          <a:solidFill>
            <a:srgbClr val="2E35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예비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828800"/>
            <a:ext cx="1417320" cy="548640"/>
          </a:xfrm>
          <a:prstGeom prst="chevron">
            <a:avLst/>
          </a:prstGeom>
          <a:solidFill>
            <a:srgbClr val="2E3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내딛기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1417320" cy="548640"/>
          </a:xfrm>
          <a:prstGeom prst="chevron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타격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1417320" cy="548640"/>
          </a:xfrm>
          <a:prstGeom prst="chevron">
            <a:avLst/>
          </a:prstGeom>
          <a:solidFill>
            <a:srgbClr val="2E35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7492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피격 / 회피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1417320" cy="548640"/>
          </a:xfrm>
          <a:prstGeom prst="chevron">
            <a:avLst/>
          </a:prstGeom>
          <a:solidFill>
            <a:srgbClr val="2E35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복귀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6517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공격자 왼쪽 · 대상 오른쪽, 서 있던 타일의 배경을 근경 · 원경 레이어로 따로 움직임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한 번에 약 1.2~1.8초. 빗나가면 피하는 동작, 스침이면 작은 피격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옵션: 전투 카메라 켜기 / 필살기만 / 끄기, 2배속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7315200" cy="1645920"/>
          </a:xfrm>
          <a:prstGeom prst="roundRect">
            <a:avLst>
              <a:gd name="adj" fmla="val 6667"/>
            </a:avLst>
          </a:prstGeom>
          <a:solidFill>
            <a:srgbClr val="FBE9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필살기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게이지가 차면 사용 → 얼굴 컷인 + 대사 한 줄(0.6초) → 큰 기술. 같은 필살기는 처음 한 번만 풀 연출, 다음부터 짧게. 클릭으로 언제든 넘김.</a:t>
            </a:r>
            <a:endParaRPr lang="en-US" sz="1400" dirty="0"/>
          </a:p>
        </p:txBody>
      </p:sp>
      <p:pic>
        <p:nvPicPr>
          <p:cNvPr id="18" name="Image 0" descr="C:/Project/NKK_PROJECT/UnityResources/Rats/SuperUlt/knight/anim_swingdow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795250"/>
            <a:ext cx="3383280" cy="33589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138160" y="5349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기사 쥐 필살기 '성검 해방'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= 원작 초필살기(제단 → 차징 → 내려찍기)를 줄여 재사용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병과 6종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4" name="Image 0" descr="C:/Project/NKK_PROJECT/UnityResources/Rats/Parts/knight/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34" y="1554480"/>
            <a:ext cx="1250531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488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기사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14884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주인공 전용 · 돌격 · 탱커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돌진 베기 · 격려 · 방패 막기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9" name="Image 1" descr="C:/Project/NKK_PROJECT/UnityResources/Rats/Parts/police/h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58410"/>
            <a:ext cx="1280160" cy="1089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9788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창병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89788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전열 · 경계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경계 강화 · 밀쳐내기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14" name="Image 2" descr="C:/Project/NKK_PROJECT/UnityResources/Rats/Parts/cowboy/he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052" y="1554480"/>
            <a:ext cx="1263255" cy="10972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64692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궁수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64692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원거리 딜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조준 사격 · 고지대 강화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703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19" name="Image 3" descr="C:/Project/NKK_PROJECT/UnityResources/Rats/Parts/ninja/he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56633"/>
            <a:ext cx="1280160" cy="84785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1488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그림자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2148840" y="4480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측면 · 암살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은신 이동 · 측면 치명타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703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24" name="Image 4" descr="C:/Project/NKK_PROJECT/UnityResources/Rats/Parts/glowy/he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954072"/>
            <a:ext cx="1280160" cy="105297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89788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마도사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5897880" y="4480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범위 · 엄폐 파괴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화염구 · 지연 폭발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703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pic>
        <p:nvPicPr>
          <p:cNvPr id="29" name="Image 5" descr="C:/Project/NKK_PROJECT/UnityResources/Rats/Parts/nurse/he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958116"/>
            <a:ext cx="1280160" cy="104488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6469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사제</a:t>
            </a:r>
            <a:endParaRPr lang="en-US" sz="2200" dirty="0"/>
          </a:p>
        </p:txBody>
      </p:sp>
      <p:sp>
        <p:nvSpPr>
          <p:cNvPr id="31" name="Text 23"/>
          <p:cNvSpPr txBox="1"/>
          <p:nvPr/>
        </p:nvSpPr>
        <p:spPr>
          <a:xfrm>
            <a:off x="9646920" y="4480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회복 · 사기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치료 · 치즈 수프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얼굴은 원작 캐릭터 예시. 외전에서는 인간형으로 새로 그린다.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성장 — 레벨업 · 장비 · 획득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BE9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레벨업 (엑스컴식)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출격한 쥐가 경험치 획득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레벨업마다 스킬 2개 중 1개 선택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레벨 1~7 · 견습 → 종자 → 기사 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능력치는 자동으로 조금씩 상승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장비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057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무기 · 방어구 · 장신구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전투 드롭 · 미션 보상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대장간에서 강화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무기는 리그 그림에 반영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획득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574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일반 쥐: 훈련장에서 재화로 육성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유니크 쥐: 스토리 · 선택 미션 · 포로 구출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유니크는 고유 스킬 · 필살기 · 그림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능력치: 체력 · 조준 · 회피 · 이동력 · 치명타 · 사기 기준치 (병과별 수치는 엑셀 테이블)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거점 건물 (다키스트 던전식)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훈련장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7180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새 일반 쥐 육성 (병과 선택)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대장간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72084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장비 강화 · 제작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치즈 주점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69880" y="16002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6988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사기 회복 · 유니크 쥐 소문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사원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971800" y="35661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71800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부상 기간 단축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29184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작전실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720840" y="35661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837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분대 업그레이드 (인원 4 → 5 → 6 등)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329184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3291840"/>
            <a:ext cx="3566160" cy="1783080"/>
          </a:xfrm>
          <a:prstGeom prst="roundRect">
            <a:avLst>
              <a:gd name="adj" fmla="val 6154"/>
            </a:avLst>
          </a:prstGeom>
          <a:ln w="12700">
            <a:solidFill>
              <a:srgbClr val="B7BDC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3210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도서관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0469880" y="35661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6E7A9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469880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2챕터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스킬 재선택 · 상위 스킬 해금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건물도 재화로 업그레이드하며, 업그레이드할수록 효과와 슬롯이 늘어난다.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재화 3종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783080" y="173736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치즈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얻는 곳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모든 미션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쓰는 곳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영입 · 회복 · 장비 강화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5532120" y="173736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고철 · 재료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얻는 곳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적 드롭 · 보급로 미션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쓰는 곳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장비 제작 · 강화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9281160" y="17373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기사 훈장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얻는 곳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스토리 · 보스 미션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쓰는 곳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건물 업그레이드 · 작전실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아트 · 리깅 — 인간형 쥐 3시점 리그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원작처럼 플랫 그림체. NKK 리소스를 먼저 재사용, 없는 것만 Codex로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쥐는 두 발로 서는 인간형 SD로 새로 그림 (얼굴 디자인은 원작 그대로)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underworld-proto 리그 방식 참고, 픽셀 굽기 없이 고해상도 플랫 그대로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옆모습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좌우 반전 = 2방향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전투 카메라용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288036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앞모습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429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맵에서 아래쪽 이동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88036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뒷모습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429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맵에서 위쪽 이동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부위: 머리 · 몸통 · 골반 · 위팔/아래팔 · 허벅지/정강이 · 꼬리(2~3마디) · 무기 · 망토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92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순서: Codex 통그림 3장 → 관절 점 → 부위 자르기 → rig.json → 웹 엔진 동작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쿼터뷰 배경 레이어 (뒤 → 앞)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0960" y="1783080"/>
            <a:ext cx="3840480" cy="640080"/>
          </a:xfrm>
          <a:prstGeom prst="parallelogram">
            <a:avLst/>
          </a:prstGeom>
          <a:solidFill>
            <a:srgbClr val="DCE6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1. 원경 하늘 · 산 (패럴랙스)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8120" y="2560320"/>
            <a:ext cx="3703320" cy="640080"/>
          </a:xfrm>
          <a:prstGeom prst="parallelogram">
            <a:avLst/>
          </a:prstGeom>
          <a:solidFill>
            <a:srgbClr val="C9D6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92440" y="2560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2. 바닥 타일 · 바닥 장식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3337560"/>
            <a:ext cx="3566160" cy="640080"/>
          </a:xfrm>
          <a:prstGeom prst="parallelogram">
            <a:avLst/>
          </a:prstGeom>
          <a:solidFill>
            <a:srgbClr val="A9B7C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3. 뒷벽 · 큰 오브젝트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4114800"/>
            <a:ext cx="3429000" cy="640080"/>
          </a:xfrm>
          <a:prstGeom prst="parallelogram">
            <a:avLst/>
          </a:prstGeom>
          <a:solidFill>
            <a:srgbClr val="C837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66760" y="4114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4. 캐릭터 · 엄폐물 (깊이 정렬)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4892040"/>
            <a:ext cx="3291840" cy="640080"/>
          </a:xfrm>
          <a:prstGeom prst="parallelogram">
            <a:avLst/>
          </a:prstGeom>
          <a:solidFill>
            <a:srgbClr val="2E35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0392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5. 근경 가림막 (나뭇가지 등)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5760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벽 · 엄폐물 뒤 캐릭터는 반투명 처리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NKK에서 가져올 것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종류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NKK_PROJECT 위치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기사 쥐 디자인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Rats/Parts/knight, SuperUlt/knight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인간형 기사 쥐 Codex 참고 그림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초필살기 그림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Rats/SuperUlt/knight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기사 쥐 필살기 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쥐 캐릭터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Rats/Parts/*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대원 · 유니크 쥐 참고 그림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사람 · 고양이 · 보스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Rats/Humans, Cats, BossRework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적 디자인 참고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UI · 아이콘 · 이펙트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Rats/UI_Kit, FX*, Items*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재사용 가능한 것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사운드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사운드 목록.md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효과음 재사용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C:/Project/NKK_PROJECT/UnityResources/Rats/SuperUlt/knight/rear_k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3516" y="1325880"/>
            <a:ext cx="3178328" cy="3840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41248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원작 초필살기 그림 (재사용 후보)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개발 단계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554480" y="1325880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BE9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8308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기사 쥐 리그 데모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25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3시점 리그 · 대기/걷기/공격/피격/기절 · 쿼터뷰 방향 전환 · 전투 카메라 맛보기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사용자 OK → 다른 쥐 제작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731520" cy="731520"/>
          </a:xfrm>
          <a:prstGeom prst="ellipse">
            <a:avLst/>
          </a:prstGeom>
          <a:solidFill>
            <a:srgbClr val="2E3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554480" y="2514600"/>
            <a:ext cx="10058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83080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전투 프로토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맵 1개 · 2행동 · 명중률 · 엄폐 · 경계 · 적 AI · 대원 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514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한 판이 끝까지 돌아감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731520" cy="731520"/>
          </a:xfrm>
          <a:prstGeom prst="ellipse">
            <a:avLst/>
          </a:prstGeom>
          <a:solidFill>
            <a:srgbClr val="2E35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54480" y="3703320"/>
            <a:ext cx="10058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83080" y="3703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연출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703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전투 카메라 · 필살기 컷인 · 사기 · 빈사 · 기절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703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연출 켜고 끄기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731520" cy="731520"/>
          </a:xfrm>
          <a:prstGeom prst="ellipse">
            <a:avLst/>
          </a:prstGeom>
          <a:solidFill>
            <a:srgbClr val="2E35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554480" y="4892040"/>
            <a:ext cx="10058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783080" y="4892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챕터 1 루프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4892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거점 5건물 · 지도 · 미션 6 · 성장 · 장비 · 영구 사망 · 저장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892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챕터 1 처음부터 끝까지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수치는 원작처럼 엑셀 테이블 → JSON (대원 · 병과 · 스킬 · 적 · 미션 · 장비 · 건물)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다음에 정할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463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철수 시스템 여부와 보상 감소폭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463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은폐(매복 시작) 여부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697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일반 대원 이름 · 외형 무작위 조합 범위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269748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6974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697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적 시야 · 전장의 안개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319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931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저장 방식 (미션 중 저장 / 아이언맨)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2E35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9319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931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정식 게임 이름</a:t>
            </a:r>
            <a:endParaRPr lang="en-US" sz="1700" dirty="0"/>
          </a:p>
        </p:txBody>
      </p:sp>
      <p:pic>
        <p:nvPicPr>
          <p:cNvPr id="21" name="Image 0" descr="C:/Project/NKK_PROJECT/UnityResources/Rats/SuperUlt/knight/anim_rais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814" y="4846320"/>
            <a:ext cx="1447333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night Rat">
  <a:themeElements>
    <a:clrScheme name="Knight Rat">
      <a:dk1>
        <a:srgbClr val="1F2433"/>
      </a:dk1>
      <a:lt1>
        <a:srgbClr val="FFFFFF"/>
      </a:lt1>
      <a:dk2>
        <a:srgbClr val="2E3550"/>
      </a:dk2>
      <a:lt2>
        <a:srgbClr val="EEF0F4"/>
      </a:lt2>
      <a:accent1>
        <a:srgbClr val="C8372D"/>
      </a:accent1>
      <a:accent2>
        <a:srgbClr val="E3A72F"/>
      </a:accent2>
      <a:accent3>
        <a:srgbClr val="3D7FD9"/>
      </a:accent3>
      <a:accent4>
        <a:srgbClr val="6E7A91"/>
      </a:accent4>
      <a:accent5>
        <a:srgbClr val="4E9A5B"/>
      </a:accent5>
      <a:accent6>
        <a:srgbClr val="8B5FBF"/>
      </a:accent6>
      <a:hlink>
        <a:srgbClr val="3D7FD9"/>
      </a:hlink>
      <a:folHlink>
        <a:srgbClr val="8B5FBF"/>
      </a:folHlink>
    </a:clrScheme>
    <a:fontScheme name="Knight Rat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기사 쥐 외전 기획서 v0.2</dc:title>
  <dc:subject>PptxGenJS Presentation</dc:subject>
  <dc:creator>PptxGenJS</dc:creator>
  <cp:lastModifiedBy>PptxGenJS</cp:lastModifiedBy>
  <cp:revision>1</cp:revision>
  <dcterms:created xsi:type="dcterms:W3CDTF">2026-10-26T06:07:15Z</dcterms:created>
  <dcterms:modified xsi:type="dcterms:W3CDTF">2026-10-26T06:07:15Z</dcterms:modified>
</cp:coreProperties>
</file>